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A1DE-11EC-35E6-7B31-34FE5969A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682C9-26CB-3F06-DF44-6EFB148BC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0EC9E-EE9D-F5DD-5CA9-B8A5E83A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224BA-2332-B945-CABC-E209FBD1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1D0D2-3482-703A-5D49-0F45D20A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99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BCF3-E860-CA2D-3977-4E9D4F58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A2461-0910-363F-143A-A921A68DD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14B59-B2C3-13EF-5806-493243AE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BB35F-AC75-11BC-2B1E-A558A671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6A44C-7307-219C-D343-7E3B15DE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8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E0F3-2039-87DD-4E7D-C412205B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F7EC7-C6FA-E857-377D-F1DFC16E7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C52E7-65ED-7E18-1CF1-1839C48A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07FCD-4D6F-C9CC-675D-927B8F0C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14B8C-C8BA-E891-2212-3D1F7717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34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37C4-13DC-508B-0A2B-ED764318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B49F-DBF5-7901-EF6F-41E0D8FC2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04BED-F8DA-6653-0B3F-F292CE9C0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622CF-3C75-7174-9B91-2CC0EA76C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F393D-92A2-6233-86D5-DC144A9A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8ECD5-18E0-745F-FFA0-8E082836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20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2939-7E7C-62AC-23E5-AE81A19A8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D8D33-78C0-4330-876B-874269A72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34C20-51AC-44F9-D012-2DA41E1E8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4AA9F-6244-6613-79D5-476509F63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0B7AF-2E77-ABFE-276D-43B6338162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D360E-4A33-F593-DDFA-1570A81B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CF419-3A51-109B-544F-49F26E4F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1622F-76D1-B2E9-D538-9E29A890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3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0115-5EF6-872B-041F-F686D3A4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5BE77-E0FD-0D59-A090-46227711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225B4-4DCF-FBF2-9E3C-B9DA57BA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01C82-093C-679B-7404-C6496323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42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8081A-B182-3F29-1A4F-309842FF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57754-039C-D8B4-1F00-14AAD902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4C536-F9CA-B5DA-8DC3-01A62E55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45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C65B-E464-5E46-E07F-F98E3227C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A67A-D189-E9E6-CC5D-886568673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DE4E2-7C85-928E-ED1B-2F513E599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1043F-8AB5-13D7-F1F5-31F3D95F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D5217-6BD7-6B58-8D6A-6D23899F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544C6-2C2E-DB0E-1DA9-5C6D6162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33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4DA7-4256-1E81-1E2C-601929FC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F5BD4D-C1AA-8D6D-14E8-5C709CE60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0F4B0-E177-CB23-E3B4-83412BE5C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3DDFF-6F45-94D0-382B-E97ACFBD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50F21-4906-79C0-D9CC-806DA555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724FE-BC11-8E2C-14C5-3B620BA8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59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0EED-3DD4-2218-CE74-876024E5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D9997-4130-B8AC-F751-4517FD93E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4069A-4EEA-8408-A35C-C67AE6E0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AAE9B-BD13-C61C-FAF6-C98969C9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B7B07-F09B-7753-C727-753BCE9F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0F59C-03F5-4B53-064C-BA97C1790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1F76C-48BA-E25A-1AA6-44D96B8D2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6EE57-38A0-C3C6-C290-1AD1620B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5DDD8-002F-B8BA-E3F5-3006BC32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2CDDA-9B54-0DBC-4A42-364435B3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808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02087-ACE2-70DE-7E04-A7C4F6D1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EA1315-EE90-AA2F-8134-CE2BBE617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6A5F8-E558-48D5-5E68-3B0D2D102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B8785-F32B-4297-A283-970DE723B818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57AD-D42C-EAF4-31A8-2F52F7FF7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3004E-35B8-8714-2D3D-BE14FC8CE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BCB42-E1F6-423A-94A7-20590C9F0F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0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5737-3487-888A-D833-C23B62514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Logic Building Session Members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B1084-3DF7-FEE9-E8B7-70E05210D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6989" y="4859677"/>
            <a:ext cx="2911011" cy="96320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By Nitish Kumar</a:t>
            </a:r>
          </a:p>
        </p:txBody>
      </p:sp>
    </p:spTree>
    <p:extLst>
      <p:ext uri="{BB962C8B-B14F-4D97-AF65-F5344CB8AC3E}">
        <p14:creationId xmlns:p14="http://schemas.microsoft.com/office/powerpoint/2010/main" val="200615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0272-30CA-9B54-F08F-0213474C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9F98E6-F4A0-357E-7E7E-5FAE85A38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39074"/>
            <a:ext cx="9713360" cy="436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8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83B2-C5E8-37FD-923A-AA656289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93A1E0-69C4-14F1-5643-776B042BD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4283"/>
            <a:ext cx="9764730" cy="369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FAAE-64F7-AFED-3F1E-280B1D62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629398-5A50-1B8E-B416-5C38C9681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8369" y="1952091"/>
            <a:ext cx="8650840" cy="426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40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2B83-1E8E-31B9-9BDC-ABBE6C95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9264CD-A90A-2C1A-F0EA-72BCC4748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7299"/>
            <a:ext cx="7977027" cy="40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71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9451-8DFA-AD9C-12C9-FB9B8DA13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5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93B62D3-A4BC-520C-E0E5-FECECA2FC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1542"/>
            <a:ext cx="8120865" cy="43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9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B351-A003-1A25-2AAB-C6C12129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54B40F-3C1A-7725-0A6A-D6C1ADB52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457" y="1818526"/>
            <a:ext cx="7987303" cy="444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44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0B66-1865-96B7-77DE-997D7C4E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1335E-6B74-29E1-4917-6844AE9E1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Dilip, Ram, and Amar started a shop by investing Rs 2700, Rs 8100 and Rs 7200 respectively. At the end of 1 yr, the profit was distributed. If Ram’s share was Rs 3600, their total profit was?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603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03B7D-AA41-193A-FEA8-916640A2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D1CE6-D9C8-7456-F076-F423151DD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difference between 63% of a number and 45% of the same number is 342. What is 78% of that number?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89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9E0-BE42-41FE-AEE1-086860D1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29643-9446-BA6D-7DB6-D45852669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and B can do a piece of work in 72 days, B and C in 120 days and A and C in 90 days. In what time can A alone do it?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75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A2BB-4EA2-6BC1-202C-781115EA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1860A-B124-7151-EE61-E7DB4A86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2,5,11,23,47,__</a:t>
            </a:r>
          </a:p>
        </p:txBody>
      </p:sp>
    </p:spTree>
    <p:extLst>
      <p:ext uri="{BB962C8B-B14F-4D97-AF65-F5344CB8AC3E}">
        <p14:creationId xmlns:p14="http://schemas.microsoft.com/office/powerpoint/2010/main" val="117623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B1A53-C6C1-7A6B-AF7C-0FCDCC71E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Question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79147-5808-5340-07C3-68CE1FCD9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5,11,19,29,41,__</a:t>
            </a:r>
          </a:p>
        </p:txBody>
      </p:sp>
    </p:spTree>
    <p:extLst>
      <p:ext uri="{BB962C8B-B14F-4D97-AF65-F5344CB8AC3E}">
        <p14:creationId xmlns:p14="http://schemas.microsoft.com/office/powerpoint/2010/main" val="1325442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143</Words>
  <Application>Microsoft Office PowerPoint</Application>
  <PresentationFormat>Widescreen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Logic Building Session Members Selection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13</cp:revision>
  <dcterms:created xsi:type="dcterms:W3CDTF">2026-07-13T04:36:15Z</dcterms:created>
  <dcterms:modified xsi:type="dcterms:W3CDTF">2026-07-13T04:51:51Z</dcterms:modified>
</cp:coreProperties>
</file>